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14"/>
  </p:notesMasterIdLst>
  <p:sldIdLst>
    <p:sldId id="288" r:id="rId5"/>
    <p:sldId id="300" r:id="rId6"/>
    <p:sldId id="295" r:id="rId7"/>
    <p:sldId id="293" r:id="rId8"/>
    <p:sldId id="301" r:id="rId9"/>
    <p:sldId id="302" r:id="rId10"/>
    <p:sldId id="303" r:id="rId11"/>
    <p:sldId id="304" r:id="rId12"/>
    <p:sldId id="290" r:id="rId1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700"/>
    <a:srgbClr val="A3CC54"/>
    <a:srgbClr val="006C93"/>
    <a:srgbClr val="A5D259"/>
    <a:srgbClr val="005C83"/>
    <a:srgbClr val="0080A4"/>
    <a:srgbClr val="FEAD29"/>
    <a:srgbClr val="9FCA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9271" autoAdjust="0"/>
  </p:normalViewPr>
  <p:slideViewPr>
    <p:cSldViewPr snapToGrid="0">
      <p:cViewPr varScale="1">
        <p:scale>
          <a:sx n="100" d="100"/>
          <a:sy n="100" d="100"/>
        </p:scale>
        <p:origin x="216" y="58"/>
      </p:cViewPr>
      <p:guideLst/>
    </p:cSldViewPr>
  </p:slideViewPr>
  <p:outlineViewPr>
    <p:cViewPr>
      <p:scale>
        <a:sx n="33" d="100"/>
        <a:sy n="33" d="100"/>
      </p:scale>
      <p:origin x="0" y="-2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B5C341-7210-4F38-ABD8-D11202178823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ED69D4-DD47-449F-B599-13612730EB0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107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D69D4-DD47-449F-B599-13612730EB0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9857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D69D4-DD47-449F-B599-13612730EB0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5279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D69D4-DD47-449F-B599-13612730EB0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69791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D69D4-DD47-449F-B599-13612730EB0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7979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D69D4-DD47-449F-B599-13612730EB0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85664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D69D4-DD47-449F-B599-13612730EB0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10882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ED69D4-DD47-449F-B599-13612730EB0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513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 title slide 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0490" y="425669"/>
            <a:ext cx="7200000" cy="1960264"/>
          </a:xfrm>
        </p:spPr>
        <p:txBody>
          <a:bodyPr lIns="0" tIns="0" rIns="0" bIns="0" anchor="b">
            <a:normAutofit/>
          </a:bodyPr>
          <a:lstStyle>
            <a:lvl1pPr algn="l" rtl="0">
              <a:lnSpc>
                <a:spcPct val="100000"/>
              </a:lnSpc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zh-TW" altLang="en-US" dirty="0"/>
              <a:t>按一下以編輯母片標題樣式</a:t>
            </a:r>
            <a:br>
              <a:rPr lang="en-US" altLang="zh-TW" dirty="0"/>
            </a:br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9F332F9-A603-A418-4F1D-BE8820B85070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22033" y="2688144"/>
            <a:ext cx="4276133" cy="103270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ts val="14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altLang="zh-TW" dirty="0"/>
              <a:t>Presenter’s Name </a:t>
            </a:r>
          </a:p>
          <a:p>
            <a:pPr lvl="0"/>
            <a:r>
              <a:rPr lang="en-US" altLang="zh-TW" dirty="0"/>
              <a:t>Presenter’s Dept.</a:t>
            </a:r>
          </a:p>
          <a:p>
            <a:pPr lvl="0"/>
            <a:r>
              <a:rPr lang="en-US" altLang="zh-TW" dirty="0" err="1"/>
              <a:t>yyyy</a:t>
            </a:r>
            <a:r>
              <a:rPr lang="en-US" altLang="zh-TW" dirty="0"/>
              <a:t>/mm/dd</a:t>
            </a:r>
          </a:p>
          <a:p>
            <a:pPr lvl="0"/>
            <a:endParaRPr lang="en-US" altLang="zh-TW" dirty="0"/>
          </a:p>
        </p:txBody>
      </p:sp>
      <p:pic>
        <p:nvPicPr>
          <p:cNvPr id="5" name="圖片 4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BE5A06D7-9E47-DB88-5FA9-23A9929D28B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4980" y="4480145"/>
            <a:ext cx="1778329" cy="7694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380CBB-C9E3-E3C2-EFDE-60E68C44D538}"/>
              </a:ext>
            </a:extLst>
          </p:cNvPr>
          <p:cNvSpPr/>
          <p:nvPr userDrawn="1"/>
        </p:nvSpPr>
        <p:spPr>
          <a:xfrm>
            <a:off x="404218" y="2724969"/>
            <a:ext cx="36000" cy="482575"/>
          </a:xfrm>
          <a:prstGeom prst="rect">
            <a:avLst/>
          </a:prstGeom>
          <a:solidFill>
            <a:srgbClr val="A3CC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196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_White_Section_header">
    <p:bg>
      <p:bgPr>
        <a:solidFill>
          <a:srgbClr val="006C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6584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4" name="圖片 3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E13D9758-F35A-B624-C859-4FE06BC913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2784" y="4576146"/>
            <a:ext cx="1311215" cy="567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54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stron_Ti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285" y="827773"/>
            <a:ext cx="8639999" cy="4023432"/>
          </a:xfrm>
          <a:prstGeom prst="rect">
            <a:avLst/>
          </a:prstGeo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/>
            </a:lvl1pPr>
            <a:lvl5pPr marL="1371600" indent="0">
              <a:buNone/>
              <a:defRPr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altLang="zh-TW" dirty="0"/>
          </a:p>
          <a:p>
            <a:pPr lvl="4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232826" y="4878474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7165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285" y="191586"/>
            <a:ext cx="8640000" cy="486993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232826" y="4878474"/>
            <a:ext cx="514108" cy="273844"/>
          </a:xfrm>
        </p:spPr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0F9348E-7206-859C-74F0-F78517907597}"/>
              </a:ext>
            </a:extLst>
          </p:cNvPr>
          <p:cNvSpPr/>
          <p:nvPr userDrawn="1"/>
        </p:nvSpPr>
        <p:spPr>
          <a:xfrm>
            <a:off x="0" y="0"/>
            <a:ext cx="57600" cy="576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963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359E75-9596-4784-B8E5-06F828D80529}"/>
              </a:ext>
            </a:extLst>
          </p:cNvPr>
          <p:cNvSpPr/>
          <p:nvPr userDrawn="1"/>
        </p:nvSpPr>
        <p:spPr>
          <a:xfrm>
            <a:off x="0" y="0"/>
            <a:ext cx="173255" cy="5101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66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_p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01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e_page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928" y="4761"/>
            <a:ext cx="7200000" cy="1960263"/>
          </a:xfrm>
        </p:spPr>
        <p:txBody>
          <a:bodyPr vert="horz" lIns="0" tIns="0" rIns="0" bIns="0" rtlCol="0" anchor="b">
            <a:normAutofit/>
          </a:bodyPr>
          <a:lstStyle>
            <a:lvl1pPr>
              <a:defRPr lang="en-US" sz="2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zh-TW" altLang="en-US" dirty="0"/>
              <a:t>按一下以編輯母片標題樣式</a:t>
            </a:r>
            <a:endParaRPr lang="en-US" dirty="0"/>
          </a:p>
        </p:txBody>
      </p:sp>
      <p:pic>
        <p:nvPicPr>
          <p:cNvPr id="3" name="圖片 2" descr="一張含有 字型, 圖形, 文字, 平面設計 的圖片&#10;&#10;自動產生的描述">
            <a:extLst>
              <a:ext uri="{FF2B5EF4-FFF2-40B4-BE49-F238E27FC236}">
                <a16:creationId xmlns:a16="http://schemas.microsoft.com/office/drawing/2014/main" id="{A29B1802-2694-3DED-D132-3B6EF74343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346" y="4475747"/>
            <a:ext cx="1743460" cy="75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852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41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27228A8-04AD-9D1E-3CC6-18257DDBC3ED}"/>
              </a:ext>
            </a:extLst>
          </p:cNvPr>
          <p:cNvSpPr/>
          <p:nvPr userDrawn="1"/>
        </p:nvSpPr>
        <p:spPr>
          <a:xfrm>
            <a:off x="0" y="0"/>
            <a:ext cx="57600" cy="432000"/>
          </a:xfrm>
          <a:prstGeom prst="rect">
            <a:avLst/>
          </a:prstGeom>
          <a:solidFill>
            <a:srgbClr val="9FCA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536B603-0E7E-A823-3FA4-C1932C849D97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0" y="4905756"/>
            <a:ext cx="9144000" cy="23774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285" y="85708"/>
            <a:ext cx="8640000" cy="48699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232826" y="4878474"/>
            <a:ext cx="5141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EACF097E-CCF1-4241-87BD-030B3D15E71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B1436069-A2B2-D84E-7D35-D879AA8BD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285" y="718956"/>
            <a:ext cx="8639999" cy="41322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922750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3" r:id="rId2"/>
    <p:sldLayoutId id="2147483681" r:id="rId3"/>
    <p:sldLayoutId id="2147483684" r:id="rId4"/>
    <p:sldLayoutId id="2147483667" r:id="rId5"/>
    <p:sldLayoutId id="2147483682" r:id="rId6"/>
    <p:sldLayoutId id="2147483683" r:id="rId7"/>
    <p:sldLayoutId id="2147483685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4200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2416400-2D2B-4745-DD04-2DFDAC868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4000" b="0" i="0" u="none" strike="noStrike" cap="none" normalizeH="0" baseline="0" dirty="0">
              <a:ln>
                <a:noFill/>
              </a:ln>
              <a:solidFill>
                <a:srgbClr val="ECECF1"/>
              </a:solidFill>
              <a:effectLst/>
              <a:latin typeface="Arial Unicode MS"/>
            </a:endParaRPr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DB0BD2AF-17F7-F972-4342-2B9313048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zh-CN" dirty="0"/>
              <a:t>Yongfeng YF Xu</a:t>
            </a:r>
            <a:endParaRPr lang="en-US" altLang="zh-TW" dirty="0"/>
          </a:p>
          <a:p>
            <a:r>
              <a:rPr lang="en-US" altLang="zh-CN" dirty="0"/>
              <a:t>MLE500</a:t>
            </a:r>
            <a:endParaRPr lang="en-US" altLang="zh-TW" dirty="0"/>
          </a:p>
          <a:p>
            <a:r>
              <a:rPr lang="en-US" altLang="zh-TW" dirty="0"/>
              <a:t>2026/06/23</a:t>
            </a:r>
          </a:p>
        </p:txBody>
      </p:sp>
    </p:spTree>
    <p:extLst>
      <p:ext uri="{BB962C8B-B14F-4D97-AF65-F5344CB8AC3E}">
        <p14:creationId xmlns:p14="http://schemas.microsoft.com/office/powerpoint/2010/main" val="255442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A6162-C4E8-33AB-95B7-5E176849F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caed9d6-c0d5-402d-a13c-963d60d56e8c">
            <a:extLst>
              <a:ext uri="{FF2B5EF4-FFF2-40B4-BE49-F238E27FC236}">
                <a16:creationId xmlns:a16="http://schemas.microsoft.com/office/drawing/2014/main" id="{6DB6F735-7E59-7DFC-A39B-8D35D5AE6DC2}"/>
              </a:ext>
            </a:extLst>
          </p:cNvPr>
          <p:cNvSpPr txBox="1"/>
          <p:nvPr/>
        </p:nvSpPr>
        <p:spPr>
          <a:xfrm>
            <a:off x="5895975" y="4807268"/>
            <a:ext cx="2743200" cy="20574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68580" tIns="34290" rIns="68580" bIns="34290" rtlCol="0" anchor="ctr" anchorCtr="0"/>
          <a:lstStyle/>
          <a:p>
            <a:pPr algn="r">
              <a:defRPr/>
            </a:pPr>
            <a:r>
              <a:rPr lang="en-US" sz="75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endParaRPr lang="en-US" sz="825"/>
          </a:p>
        </p:txBody>
      </p:sp>
      <p:sp>
        <p:nvSpPr>
          <p:cNvPr id="28" name="標題 2">
            <a:extLst>
              <a:ext uri="{FF2B5EF4-FFF2-40B4-BE49-F238E27FC236}">
                <a16:creationId xmlns:a16="http://schemas.microsoft.com/office/drawing/2014/main" id="{EC1E8EF8-8C2B-0F3A-52AB-3A270898C9BF}"/>
              </a:ext>
            </a:extLst>
          </p:cNvPr>
          <p:cNvSpPr txBox="1">
            <a:spLocks/>
          </p:cNvSpPr>
          <p:nvPr/>
        </p:nvSpPr>
        <p:spPr>
          <a:xfrm>
            <a:off x="251285" y="191586"/>
            <a:ext cx="8640000" cy="486993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000" b="1" dirty="0"/>
              <a:t>目录</a:t>
            </a:r>
            <a:endParaRPr lang="zh-TW" altLang="en-US" sz="30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87631A-1C3F-4481-8FBA-BEE18AE4EEB7}"/>
              </a:ext>
            </a:extLst>
          </p:cNvPr>
          <p:cNvSpPr txBox="1"/>
          <p:nvPr/>
        </p:nvSpPr>
        <p:spPr>
          <a:xfrm>
            <a:off x="542166" y="1011504"/>
            <a:ext cx="6845862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功能概要设计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数据库设计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系统流程图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效果演示</a:t>
            </a:r>
            <a:endParaRPr lang="en-US" altLang="zh-TW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12218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234A3-C93D-2279-0B86-071229655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6FCAEDF-35FD-035E-F01E-57D424D7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需求分析</a:t>
            </a:r>
            <a:endParaRPr lang="zh-TW" altLang="en-US" b="1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9B28B583-B72B-4F4A-99F0-59446CD77F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649"/>
          <a:stretch/>
        </p:blipFill>
        <p:spPr>
          <a:xfrm>
            <a:off x="0" y="678579"/>
            <a:ext cx="8964724" cy="417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782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361BC-CE1A-D708-F2F2-2CFCCE05E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5F29CEEF-15DE-D6E6-7CD6-442900A7D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endParaRPr lang="zh-TW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投影片編號版面配置區 18">
            <a:extLst>
              <a:ext uri="{FF2B5EF4-FFF2-40B4-BE49-F238E27FC236}">
                <a16:creationId xmlns:a16="http://schemas.microsoft.com/office/drawing/2014/main" id="{A8029068-1085-B85E-9F0F-0E6314500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750A0C8-2373-466D-8BFF-60CFF3EB5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578" y="373735"/>
            <a:ext cx="4386611" cy="466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114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234A3-C93D-2279-0B86-071229655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6FCAEDF-35FD-035E-F01E-57D424D7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功能概要设计</a:t>
            </a:r>
            <a:endParaRPr lang="zh-TW" altLang="en-US" b="1" dirty="0"/>
          </a:p>
        </p:txBody>
      </p:sp>
      <p:sp>
        <p:nvSpPr>
          <p:cNvPr id="19" name="投影片編號版面配置區 18">
            <a:extLst>
              <a:ext uri="{FF2B5EF4-FFF2-40B4-BE49-F238E27FC236}">
                <a16:creationId xmlns:a16="http://schemas.microsoft.com/office/drawing/2014/main" id="{2950223C-D420-8212-476A-734B70A9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B3994CE-A38F-4EAD-9870-4F1CA93C6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92" y="1165437"/>
            <a:ext cx="7287631" cy="293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2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234A3-C93D-2279-0B86-071229655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6FCAEDF-35FD-035E-F01E-57D424D7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数据库设计</a:t>
            </a:r>
            <a:endParaRPr lang="zh-TW" altLang="en-US" b="1" dirty="0"/>
          </a:p>
        </p:txBody>
      </p:sp>
      <p:sp>
        <p:nvSpPr>
          <p:cNvPr id="19" name="投影片編號版面配置區 18">
            <a:extLst>
              <a:ext uri="{FF2B5EF4-FFF2-40B4-BE49-F238E27FC236}">
                <a16:creationId xmlns:a16="http://schemas.microsoft.com/office/drawing/2014/main" id="{2950223C-D420-8212-476A-734B70A9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1EB9A9-38F8-4496-86E6-98BB3F2650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856" b="4095"/>
          <a:stretch/>
        </p:blipFill>
        <p:spPr>
          <a:xfrm>
            <a:off x="2465183" y="508661"/>
            <a:ext cx="4460920" cy="436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13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234A3-C93D-2279-0B86-071229655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6FCAEDF-35FD-035E-F01E-57D424D7C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57" y="191586"/>
            <a:ext cx="8592027" cy="486993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系统流程图</a:t>
            </a:r>
            <a:endParaRPr lang="zh-TW" altLang="en-US" b="1" dirty="0"/>
          </a:p>
        </p:txBody>
      </p:sp>
      <p:sp>
        <p:nvSpPr>
          <p:cNvPr id="19" name="投影片編號版面配置區 18">
            <a:extLst>
              <a:ext uri="{FF2B5EF4-FFF2-40B4-BE49-F238E27FC236}">
                <a16:creationId xmlns:a16="http://schemas.microsoft.com/office/drawing/2014/main" id="{2950223C-D420-8212-476A-734B70A9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96FF17E-322B-4DE3-8A40-ABB35543B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188" y="261379"/>
            <a:ext cx="5744096" cy="469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41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234A3-C93D-2279-0B86-071229655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C6FCAEDF-35FD-035E-F01E-57D424D7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效果演示</a:t>
            </a:r>
            <a:endParaRPr lang="zh-TW" altLang="en-US" b="1" dirty="0"/>
          </a:p>
        </p:txBody>
      </p:sp>
      <p:sp>
        <p:nvSpPr>
          <p:cNvPr id="19" name="投影片編號版面配置區 18">
            <a:extLst>
              <a:ext uri="{FF2B5EF4-FFF2-40B4-BE49-F238E27FC236}">
                <a16:creationId xmlns:a16="http://schemas.microsoft.com/office/drawing/2014/main" id="{2950223C-D420-8212-476A-734B70A9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F097E-CCF1-4241-87BD-030B3D15E719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2FDC202-471D-44AD-AD01-15AFD5E20194}"/>
              </a:ext>
            </a:extLst>
          </p:cNvPr>
          <p:cNvSpPr txBox="1"/>
          <p:nvPr/>
        </p:nvSpPr>
        <p:spPr>
          <a:xfrm>
            <a:off x="3491345" y="2077384"/>
            <a:ext cx="28429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</a:t>
            </a:r>
            <a:r>
              <a:rPr lang="en-US" altLang="zh-CN" sz="2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</a:t>
            </a:r>
            <a:r>
              <a:rPr lang="en-US" altLang="zh-CN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</a:t>
            </a:r>
            <a:endParaRPr lang="zh-CN" altLang="en-US" sz="48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15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42416400-2D2B-4745-DD04-2DFDAC868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altLang="zh-TW" b="1" dirty="0"/>
            </a:br>
            <a:r>
              <a:rPr lang="en-US" altLang="zh-TW" dirty="0"/>
              <a:t>Thank You!</a:t>
            </a:r>
            <a:endParaRPr lang="zh-TW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02922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tron_standard_16x9_2024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AEF1C4AD1873EB429EECF15B4CD65E79" ma:contentTypeVersion="14" ma:contentTypeDescription="新建文档。" ma:contentTypeScope="" ma:versionID="f0827ec25361b3da42f2bcf997ca521d">
  <xsd:schema xmlns:xsd="http://www.w3.org/2001/XMLSchema" xmlns:xs="http://www.w3.org/2001/XMLSchema" xmlns:p="http://schemas.microsoft.com/office/2006/metadata/properties" xmlns:ns2="bae8092e-10d6-4210-bc3c-7bcab95eb8fb" xmlns:ns3="b9dedae1-e2ce-4543-bce0-733eaa9bea99" targetNamespace="http://schemas.microsoft.com/office/2006/metadata/properties" ma:root="true" ma:fieldsID="5f041aae75320ea3a7d9a9aaadde0e2b" ns2:_="" ns3:_="">
    <xsd:import namespace="bae8092e-10d6-4210-bc3c-7bcab95eb8fb"/>
    <xsd:import namespace="b9dedae1-e2ce-4543-bce0-733eaa9bea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e8092e-10d6-4210-bc3c-7bcab95eb8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图像标记" ma:readOnly="false" ma:fieldId="{5cf76f15-5ced-4ddc-b409-7134ff3c332f}" ma:taxonomyMulti="true" ma:sspId="0976e0b1-4055-4d4c-95fd-22a18192cb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dedae1-e2ce-4543-bce0-733eaa9bea99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9c4af147-bf5a-42a7-9f64-c22ca900f2de}" ma:internalName="TaxCatchAll" ma:showField="CatchAllData" ma:web="b9dedae1-e2ce-4543-bce0-733eaa9bea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e8092e-10d6-4210-bc3c-7bcab95eb8fb">
      <Terms xmlns="http://schemas.microsoft.com/office/infopath/2007/PartnerControls"/>
    </lcf76f155ced4ddcb4097134ff3c332f>
    <TaxCatchAll xmlns="b9dedae1-e2ce-4543-bce0-733eaa9bea99" xsi:nil="true"/>
  </documentManagement>
</p:properties>
</file>

<file path=customXml/itemProps1.xml><?xml version="1.0" encoding="utf-8"?>
<ds:datastoreItem xmlns:ds="http://schemas.openxmlformats.org/officeDocument/2006/customXml" ds:itemID="{ECBE940F-A28C-46AF-9B9A-9F64DFDA07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578F519-BE28-4B65-84E6-1D289D1614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e8092e-10d6-4210-bc3c-7bcab95eb8fb"/>
    <ds:schemaRef ds:uri="b9dedae1-e2ce-4543-bce0-733eaa9bea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CE4420F-7E8D-401A-A831-DC15CCB5A0FC}">
  <ds:schemaRefs>
    <ds:schemaRef ds:uri="http://www.w3.org/XML/1998/namespace"/>
    <ds:schemaRef ds:uri="bae8092e-10d6-4210-bc3c-7bcab95eb8fb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b9dedae1-e2ce-4543-bce0-733eaa9bea99"/>
    <ds:schemaRef ds:uri="http://schemas.microsoft.com/office/2006/metadata/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de0795e0-d7c0-4eeb-b9bb-bc94d8980d3b}" enabled="0" method="" siteId="{de0795e0-d7c0-4eeb-b9bb-bc94d8980d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5851</TotalTime>
  <Words>44</Words>
  <Application>Microsoft Office PowerPoint</Application>
  <PresentationFormat>全屏显示(16:9)</PresentationFormat>
  <Paragraphs>30</Paragraphs>
  <Slides>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Aptos</vt:lpstr>
      <vt:lpstr>Arial Unicode MS</vt:lpstr>
      <vt:lpstr>微软雅黑</vt:lpstr>
      <vt:lpstr>Arial</vt:lpstr>
      <vt:lpstr>Times New Roman</vt:lpstr>
      <vt:lpstr>Wistron_standard_16x9_2024</vt:lpstr>
      <vt:lpstr>PowerPoint 演示文稿</vt:lpstr>
      <vt:lpstr>PowerPoint 演示文稿</vt:lpstr>
      <vt:lpstr>需求分析</vt:lpstr>
      <vt:lpstr>需求分析</vt:lpstr>
      <vt:lpstr>功能概要设计</vt:lpstr>
      <vt:lpstr>数据库设计</vt:lpstr>
      <vt:lpstr>系统流程图</vt:lpstr>
      <vt:lpstr>效果演示</vt:lpstr>
      <vt:lpstr>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Honda Yao/WHQ/Wistron</dc:creator>
  <cp:lastModifiedBy>Yongfeng YF Xu/WZS/Wistron</cp:lastModifiedBy>
  <cp:revision>166</cp:revision>
  <dcterms:created xsi:type="dcterms:W3CDTF">2024-06-12T08:50:18Z</dcterms:created>
  <dcterms:modified xsi:type="dcterms:W3CDTF">2026-10-21T02:33:36Z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0x01010000C7672327E7F04C8823F4F12A60080F</vt:lpwstr>
  </property>
</Properties>
</file>