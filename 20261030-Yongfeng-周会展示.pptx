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"/>
  </p:notesMasterIdLst>
  <p:sldIdLst>
    <p:sldId id="288" r:id="rId3"/>
    <p:sldId id="300" r:id="rId5"/>
    <p:sldId id="295" r:id="rId6"/>
    <p:sldId id="305" r:id="rId7"/>
    <p:sldId id="293" r:id="rId8"/>
    <p:sldId id="311" r:id="rId9"/>
    <p:sldId id="312" r:id="rId10"/>
    <p:sldId id="307" r:id="rId11"/>
    <p:sldId id="308" r:id="rId12"/>
    <p:sldId id="309" r:id="rId13"/>
    <p:sldId id="301" r:id="rId14"/>
    <p:sldId id="310" r:id="rId15"/>
    <p:sldId id="303" r:id="rId16"/>
    <p:sldId id="313" r:id="rId17"/>
    <p:sldId id="290" r:id="rId1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700"/>
    <a:srgbClr val="A3CC54"/>
    <a:srgbClr val="006C93"/>
    <a:srgbClr val="A5D259"/>
    <a:srgbClr val="005C83"/>
    <a:srgbClr val="0080A4"/>
    <a:srgbClr val="FEAD29"/>
    <a:srgbClr val="9FCA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9271" autoAdjust="0"/>
  </p:normalViewPr>
  <p:slideViewPr>
    <p:cSldViewPr snapToGrid="0">
      <p:cViewPr varScale="1">
        <p:scale>
          <a:sx n="100" d="100"/>
          <a:sy n="100" d="100"/>
        </p:scale>
        <p:origin x="216" y="58"/>
      </p:cViewPr>
      <p:guideLst/>
    </p:cSldViewPr>
  </p:slideViewPr>
  <p:outlineViewPr>
    <p:cViewPr>
      <p:scale>
        <a:sx n="33" d="100"/>
        <a:sy n="33" d="100"/>
      </p:scale>
      <p:origin x="0" y="-28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customXml" Target="../customXml/item3.xml"/><Relationship Id="rId23" Type="http://schemas.openxmlformats.org/officeDocument/2006/relationships/customXml" Target="../customXml/item2.xml"/><Relationship Id="rId22" Type="http://schemas.openxmlformats.org/officeDocument/2006/relationships/customXml" Target="../customXml/item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B5C341-7210-4F38-ABD8-D11202178823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W title slide 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70490" y="425669"/>
            <a:ext cx="7200000" cy="1960264"/>
          </a:xfrm>
        </p:spPr>
        <p:txBody>
          <a:bodyPr lIns="0" tIns="0" rIns="0" bIns="0" anchor="b">
            <a:normAutofit/>
          </a:bodyPr>
          <a:lstStyle>
            <a:lvl1pPr algn="l" rtl="0">
              <a:lnSpc>
                <a:spcPct val="100000"/>
              </a:lnSpc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zh-TW" altLang="en-US" dirty="0"/>
              <a:t>按一下以編輯母片標題樣式</a:t>
            </a:r>
            <a:br>
              <a:rPr lang="en-US" altLang="zh-TW" dirty="0"/>
            </a:br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522033" y="2688144"/>
            <a:ext cx="4276133" cy="103270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ts val="14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TW" dirty="0"/>
              <a:t>Presenter’s Name </a:t>
            </a:r>
            <a:endParaRPr lang="en-US" altLang="zh-TW" dirty="0"/>
          </a:p>
          <a:p>
            <a:pPr lvl="0"/>
            <a:r>
              <a:rPr lang="en-US" altLang="zh-TW" dirty="0"/>
              <a:t>Presenter’s Dept.</a:t>
            </a:r>
            <a:endParaRPr lang="en-US" altLang="zh-TW" dirty="0"/>
          </a:p>
          <a:p>
            <a:pPr lvl="0"/>
            <a:r>
              <a:rPr lang="en-US" altLang="zh-TW" dirty="0" err="1"/>
              <a:t>yyyy</a:t>
            </a:r>
            <a:r>
              <a:rPr lang="en-US" altLang="zh-TW" dirty="0"/>
              <a:t>/mm/dd</a:t>
            </a:r>
            <a:endParaRPr lang="en-US" altLang="zh-TW" dirty="0"/>
          </a:p>
          <a:p>
            <a:pPr lvl="0"/>
            <a:endParaRPr lang="en-US" altLang="zh-TW" dirty="0"/>
          </a:p>
        </p:txBody>
      </p:sp>
      <p:pic>
        <p:nvPicPr>
          <p:cNvPr id="5" name="圖片 4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980" y="4480145"/>
            <a:ext cx="1778329" cy="769469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404218" y="2724969"/>
            <a:ext cx="36000" cy="482575"/>
          </a:xfrm>
          <a:prstGeom prst="rect">
            <a:avLst/>
          </a:prstGeom>
          <a:solidFill>
            <a:srgbClr val="A3CC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Blue_White_Section_header">
    <p:bg>
      <p:bgPr>
        <a:solidFill>
          <a:srgbClr val="006C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6584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4" name="圖片 3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2784" y="4576146"/>
            <a:ext cx="1311215" cy="5673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stron_T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285" y="827773"/>
            <a:ext cx="8639999" cy="4023432"/>
          </a:xfrm>
          <a:prstGeom prst="rect">
            <a:avLst/>
          </a:prstGeo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/>
            </a:lvl1pPr>
            <a:lvl5pPr marL="1371600" indent="0">
              <a:buNone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  <a:p>
            <a:pPr lvl="3"/>
            <a:r>
              <a:rPr lang="zh-TW" altLang="en-US" dirty="0"/>
              <a:t>第四層</a:t>
            </a:r>
            <a:endParaRPr lang="zh-TW" altLang="en-US" dirty="0"/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4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285" y="191586"/>
            <a:ext cx="8640000" cy="486993"/>
          </a:xfrm>
        </p:spPr>
        <p:txBody>
          <a:bodyPr>
            <a:normAutofit/>
          </a:bodyPr>
          <a:lstStyle>
            <a:lvl1pPr>
              <a:defRPr sz="3000" b="1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-232826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0" y="0"/>
            <a:ext cx="57600" cy="576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285" y="191586"/>
            <a:ext cx="8640000" cy="486993"/>
          </a:xfrm>
        </p:spPr>
        <p:txBody>
          <a:bodyPr>
            <a:normAutofit/>
          </a:bodyPr>
          <a:lstStyle>
            <a:lvl1pPr>
              <a:defRPr sz="3000" b="1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-232826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0" y="0"/>
            <a:ext cx="57600" cy="576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0" y="0"/>
            <a:ext cx="173255" cy="5101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e_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4761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3" name="圖片 2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346" y="4475747"/>
            <a:ext cx="1743460" cy="7543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e_page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4761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3" name="圖片 2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346" y="4475747"/>
            <a:ext cx="1743460" cy="7543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jpe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0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0" y="0"/>
            <a:ext cx="57600" cy="432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>
          <a:xfrm>
            <a:off x="0" y="4905756"/>
            <a:ext cx="9144000" cy="23774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285" y="85708"/>
            <a:ext cx="8640000" cy="48699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-232826" y="4878474"/>
            <a:ext cx="51410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EACF097E-CCF1-4241-87BD-030B3D15E719}" type="slidenum">
              <a:rPr lang="zh-TW" altLang="en-US" smtClean="0"/>
            </a:fld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251285" y="718956"/>
            <a:ext cx="8639999" cy="413225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  <a:p>
            <a:pPr lvl="3"/>
            <a:r>
              <a:rPr lang="zh-TW" altLang="en-US" dirty="0"/>
              <a:t>第四層</a:t>
            </a:r>
            <a:endParaRPr lang="zh-TW" altLang="en-US" dirty="0"/>
          </a:p>
          <a:p>
            <a:pPr lvl="4"/>
            <a:r>
              <a:rPr lang="zh-TW" altLang="en-US" dirty="0"/>
              <a:t>第五層</a:t>
            </a:r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10.png"/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12.png"/><Relationship Id="rId2" Type="http://schemas.openxmlformats.org/officeDocument/2006/relationships/hyperlink" Target="https://www.tubagongju.cn/tools.html" TargetMode="External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4000" b="0" i="0" u="none" strike="noStrike" cap="none" normalizeH="0" baseline="0" dirty="0">
                <a:ln>
                  <a:noFill/>
                </a:ln>
                <a:solidFill>
                  <a:srgbClr val="ECECF1"/>
                </a:solidFill>
                <a:effectLst/>
                <a:latin typeface="Arial Unicode MS" panose="020B0604020202020204" charset="-122"/>
              </a:rPr>
              <a:t>计算机：从齿轮到智能</a:t>
            </a:r>
            <a:endParaRPr kumimoji="0" lang="zh-CN" altLang="en-US" sz="4000" b="0" i="0" u="none" strike="noStrike" cap="none" normalizeH="0" baseline="0" dirty="0">
              <a:ln>
                <a:noFill/>
              </a:ln>
              <a:solidFill>
                <a:srgbClr val="ECECF1"/>
              </a:solidFill>
              <a:effectLst/>
              <a:latin typeface="Arial Unicode MS" panose="020B0604020202020204" charset="-122"/>
            </a:endParaRPr>
          </a:p>
        </p:txBody>
      </p:sp>
      <p:sp>
        <p:nvSpPr>
          <p:cNvPr id="6" name="文字版面配置區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zh-CN" dirty="0"/>
              <a:t>Yongfeng YF Xu</a:t>
            </a:r>
            <a:endParaRPr lang="en-US" altLang="zh-TW" dirty="0"/>
          </a:p>
          <a:p>
            <a:r>
              <a:rPr lang="en-US" altLang="zh-CN" dirty="0"/>
              <a:t>MLE500</a:t>
            </a:r>
            <a:endParaRPr lang="en-US" altLang="zh-TW" dirty="0"/>
          </a:p>
          <a:p>
            <a:r>
              <a:rPr lang="en-US" altLang="zh-TW" dirty="0"/>
              <a:t>2026/10/30</a:t>
            </a:r>
            <a:endParaRPr lang="en-US" altLang="zh-TW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4caed9d6-c0d5-402d-a13c-963d60d56e8c"/>
          <p:cNvSpPr txBox="1"/>
          <p:nvPr/>
        </p:nvSpPr>
        <p:spPr>
          <a:xfrm>
            <a:off x="5895975" y="4807268"/>
            <a:ext cx="2743200" cy="20574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68580" tIns="34290" rIns="68580" bIns="34290" rtlCol="0" anchor="ctr" anchorCtr="0"/>
          <a:lstStyle/>
          <a:p>
            <a:pPr algn="r">
              <a:defRPr/>
            </a:pPr>
            <a:r>
              <a:rPr lang="en-US" sz="75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  <a:endParaRPr lang="en-US" sz="825"/>
          </a:p>
        </p:txBody>
      </p:sp>
      <p:sp>
        <p:nvSpPr>
          <p:cNvPr id="28" name="標題 2"/>
          <p:cNvSpPr txBox="1"/>
          <p:nvPr/>
        </p:nvSpPr>
        <p:spPr>
          <a:xfrm>
            <a:off x="251285" y="191586"/>
            <a:ext cx="8640000" cy="486993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000" b="1" dirty="0"/>
              <a:t>目录</a:t>
            </a:r>
            <a:endParaRPr lang="zh-TW" altLang="en-US" sz="3000" b="1" dirty="0"/>
          </a:p>
        </p:txBody>
      </p:sp>
      <p:sp>
        <p:nvSpPr>
          <p:cNvPr id="7" name="文本框 6"/>
          <p:cNvSpPr txBox="1"/>
          <p:nvPr/>
        </p:nvSpPr>
        <p:spPr>
          <a:xfrm>
            <a:off x="329565" y="852805"/>
            <a:ext cx="699770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计算机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起源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计算机的组成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操作系统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工具推荐</a:t>
            </a:r>
            <a:endParaRPr lang="en-US" altLang="zh-TW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/>
          </a:p>
          <a:p>
            <a:endParaRPr lang="zh-CN" altLang="en-US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计算机起源</a:t>
            </a:r>
            <a:endParaRPr lang="zh-TW" altLang="en-US" b="1" dirty="0"/>
          </a:p>
        </p:txBody>
      </p:sp>
      <p:pic>
        <p:nvPicPr>
          <p:cNvPr id="4" name="图片 3" descr="计算机发展历程_waifu2x_photo_noise2_scale"/>
          <p:cNvPicPr>
            <a:picLocks noChangeAspect="1"/>
          </p:cNvPicPr>
          <p:nvPr/>
        </p:nvPicPr>
        <p:blipFill>
          <a:blip r:embed="rId1"/>
          <a:srcRect l="3730" t="2311" r="5658" b="1730"/>
          <a:stretch>
            <a:fillRect/>
          </a:stretch>
        </p:blipFill>
        <p:spPr>
          <a:xfrm>
            <a:off x="937260" y="610870"/>
            <a:ext cx="7035800" cy="43351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计算机起源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pic>
        <p:nvPicPr>
          <p:cNvPr id="6" name="图片 5" descr="image"/>
          <p:cNvPicPr>
            <a:picLocks noChangeAspect="1"/>
          </p:cNvPicPr>
          <p:nvPr/>
        </p:nvPicPr>
        <p:blipFill>
          <a:blip r:embed="rId1"/>
          <a:srcRect t="13198" r="1481" b="18037"/>
          <a:stretch>
            <a:fillRect/>
          </a:stretch>
        </p:blipFill>
        <p:spPr>
          <a:xfrm>
            <a:off x="508000" y="678815"/>
            <a:ext cx="3347085" cy="2071370"/>
          </a:xfrm>
          <a:prstGeom prst="rect">
            <a:avLst/>
          </a:prstGeom>
        </p:spPr>
      </p:pic>
      <p:pic>
        <p:nvPicPr>
          <p:cNvPr id="7" name="图片 6" descr="I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" y="2959735"/>
            <a:ext cx="1758950" cy="1273175"/>
          </a:xfrm>
          <a:prstGeom prst="rect">
            <a:avLst/>
          </a:prstGeom>
        </p:spPr>
      </p:pic>
      <p:pic>
        <p:nvPicPr>
          <p:cNvPr id="8" name="图片 7" descr="Manchester-Baby"/>
          <p:cNvPicPr>
            <a:picLocks noChangeAspect="1"/>
          </p:cNvPicPr>
          <p:nvPr/>
        </p:nvPicPr>
        <p:blipFill>
          <a:blip r:embed="rId3"/>
          <a:srcRect r="29869"/>
          <a:stretch>
            <a:fillRect/>
          </a:stretch>
        </p:blipFill>
        <p:spPr>
          <a:xfrm>
            <a:off x="2309495" y="2959735"/>
            <a:ext cx="1637030" cy="1273175"/>
          </a:xfrm>
          <a:prstGeom prst="rect">
            <a:avLst/>
          </a:prstGeom>
        </p:spPr>
      </p:pic>
      <p:pic>
        <p:nvPicPr>
          <p:cNvPr id="9" name="图片 8" descr="底部标签"/>
          <p:cNvPicPr>
            <a:picLocks noChangeAspect="1"/>
          </p:cNvPicPr>
          <p:nvPr/>
        </p:nvPicPr>
        <p:blipFill>
          <a:blip r:embed="rId4"/>
          <a:srcRect r="53523"/>
          <a:stretch>
            <a:fillRect/>
          </a:stretch>
        </p:blipFill>
        <p:spPr>
          <a:xfrm>
            <a:off x="556895" y="4307840"/>
            <a:ext cx="1311910" cy="425450"/>
          </a:xfrm>
          <a:prstGeom prst="rect">
            <a:avLst/>
          </a:prstGeom>
        </p:spPr>
      </p:pic>
      <p:pic>
        <p:nvPicPr>
          <p:cNvPr id="10" name="图片 9" descr="底部标签"/>
          <p:cNvPicPr>
            <a:picLocks noChangeAspect="1"/>
          </p:cNvPicPr>
          <p:nvPr/>
        </p:nvPicPr>
        <p:blipFill>
          <a:blip r:embed="rId4"/>
          <a:srcRect l="52066"/>
          <a:stretch>
            <a:fillRect/>
          </a:stretch>
        </p:blipFill>
        <p:spPr>
          <a:xfrm>
            <a:off x="2526665" y="4317365"/>
            <a:ext cx="1202690" cy="4159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—CPU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74549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CPU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相关介绍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03835" y="999490"/>
            <a:ext cx="8286750" cy="983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/>
              <a:t>      </a:t>
            </a:r>
            <a:r>
              <a:rPr lang="en-US" altLang="zh-CN" sz="1400"/>
              <a:t>CPU </a:t>
            </a:r>
            <a:r>
              <a:rPr lang="zh-CN" altLang="en-US" sz="1400"/>
              <a:t>是中央处理器（</a:t>
            </a:r>
            <a:r>
              <a:rPr lang="en-US" altLang="zh-CN" sz="1400"/>
              <a:t>Central Processing Unit）</a:t>
            </a:r>
            <a:r>
              <a:rPr lang="zh-CN" altLang="en-US" sz="1400"/>
              <a:t>的简称，是计算机的核心部件，负责执行程序指令、进行算术和逻辑运算，并协调各硬件工作。它主要由运算器、控制器和缓存等组成，性能通常受核心数、线程数、主频、缓存和架构等影响。常见桌面/服务器 </a:t>
            </a:r>
            <a:r>
              <a:rPr lang="en-US" altLang="zh-CN" sz="1400"/>
              <a:t>CPU </a:t>
            </a:r>
            <a:r>
              <a:rPr lang="zh-CN" altLang="en-US" sz="1400"/>
              <a:t>厂商有 </a:t>
            </a:r>
            <a:r>
              <a:rPr lang="en-US" altLang="zh-CN" sz="1400"/>
              <a:t>Intel </a:t>
            </a:r>
            <a:r>
              <a:rPr lang="zh-CN" altLang="en-US" sz="1400"/>
              <a:t>和 </a:t>
            </a:r>
            <a:r>
              <a:rPr lang="en-US" altLang="zh-CN" sz="1400"/>
              <a:t>AMD，</a:t>
            </a:r>
            <a:r>
              <a:rPr lang="zh-CN" altLang="en-US" sz="1400"/>
              <a:t>手机等移动设备则多采用 </a:t>
            </a:r>
            <a:r>
              <a:rPr lang="en-US" altLang="zh-CN" sz="1400"/>
              <a:t>ARM </a:t>
            </a:r>
            <a:r>
              <a:rPr lang="zh-CN" altLang="en-US" sz="1400"/>
              <a:t>架构处理器。</a:t>
            </a:r>
            <a:endParaRPr lang="zh-CN" alt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—CPU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65024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Intel Core </a:t>
            </a:r>
            <a:r>
              <a: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系列型号简介</a:t>
            </a:r>
            <a:endParaRPr lang="zh-CN" altLang="en-US" sz="2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57835" y="1209040"/>
            <a:ext cx="70294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型号</a:t>
            </a:r>
            <a:r>
              <a:rPr lang="zh-CN" altLang="en-US"/>
              <a:t>图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518160" y="2650490"/>
            <a:ext cx="70294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解释何为超频，并给出挤牙膏的</a:t>
            </a:r>
            <a:r>
              <a:rPr lang="zh-CN" altLang="en-US"/>
              <a:t>图片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—CPU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65024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Intel Core </a:t>
            </a:r>
            <a:r>
              <a: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系列型号简介</a:t>
            </a:r>
            <a:endParaRPr lang="zh-CN" altLang="en-US" sz="2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57835" y="1209040"/>
            <a:ext cx="70294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型号</a:t>
            </a:r>
            <a:r>
              <a:rPr lang="zh-CN" altLang="en-US"/>
              <a:t>图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518160" y="2650490"/>
            <a:ext cx="70294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解释何为超频，并给出挤牙膏的</a:t>
            </a:r>
            <a:r>
              <a:rPr lang="zh-CN" altLang="en-US"/>
              <a:t>图片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—GPU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74549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GPU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相关介绍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03835" y="999490"/>
            <a:ext cx="8286750" cy="983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/>
              <a:t>      </a:t>
            </a:r>
            <a:r>
              <a:rPr lang="en-US" altLang="zh-CN" sz="1400"/>
              <a:t>CPU </a:t>
            </a:r>
            <a:r>
              <a:rPr lang="zh-CN" altLang="en-US" sz="1400"/>
              <a:t>是中央处理器（</a:t>
            </a:r>
            <a:r>
              <a:rPr lang="en-US" altLang="zh-CN" sz="1400"/>
              <a:t>Central Processing Unit）</a:t>
            </a:r>
            <a:r>
              <a:rPr lang="zh-CN" altLang="en-US" sz="1400"/>
              <a:t>的简称，是计算机的核心部件，负责执行程序指令、进行算术和逻辑运算，并协调各硬件工作。它主要由运算器、控制器和缓存等组成，性能通常受核心数、线程数、主频、缓存和架构等影响。常见桌面/服务器 </a:t>
            </a:r>
            <a:r>
              <a:rPr lang="en-US" altLang="zh-CN" sz="1400"/>
              <a:t>CPU </a:t>
            </a:r>
            <a:r>
              <a:rPr lang="zh-CN" altLang="en-US" sz="1400"/>
              <a:t>厂商有 </a:t>
            </a:r>
            <a:r>
              <a:rPr lang="en-US" altLang="zh-CN" sz="1400"/>
              <a:t>Intel </a:t>
            </a:r>
            <a:r>
              <a:rPr lang="zh-CN" altLang="en-US" sz="1400"/>
              <a:t>和 </a:t>
            </a:r>
            <a:r>
              <a:rPr lang="en-US" altLang="zh-CN" sz="1400"/>
              <a:t>AMD，</a:t>
            </a:r>
            <a:r>
              <a:rPr lang="zh-CN" altLang="en-US" sz="1400"/>
              <a:t>手机等移动设备则多采用 </a:t>
            </a:r>
            <a:r>
              <a:rPr lang="en-US" altLang="zh-CN" sz="1400"/>
              <a:t>ARM </a:t>
            </a:r>
            <a:r>
              <a:rPr lang="zh-CN" altLang="en-US" sz="1400"/>
              <a:t>架构处理器。</a:t>
            </a:r>
            <a:endParaRPr lang="zh-CN" alt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内存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硬盘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操作系统</a:t>
            </a:r>
            <a:endParaRPr lang="zh-TW" altLang="en-US" b="1" dirty="0"/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操作系统</a:t>
            </a:r>
            <a:endParaRPr lang="zh-TW" altLang="en-US" b="1" dirty="0"/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299257" y="191586"/>
            <a:ext cx="8592027" cy="486993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工具推荐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图吧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工具箱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" y="775970"/>
            <a:ext cx="781050" cy="69532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165225" y="95472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zh-CN" altLang="en-US" sz="1600">
                <a:hlinkClick r:id="rId2"/>
              </a:rPr>
              <a:t>图吧工具箱工具列表 </a:t>
            </a:r>
            <a:r>
              <a:rPr lang="en-US" altLang="zh-CN" sz="1600">
                <a:hlinkClick r:id="rId2"/>
              </a:rPr>
              <a:t>- </a:t>
            </a:r>
            <a:r>
              <a:rPr lang="zh-CN" altLang="en-US" sz="1600">
                <a:hlinkClick r:id="rId2"/>
              </a:rPr>
              <a:t>全部内置检测工具分类详解</a:t>
            </a:r>
            <a:endParaRPr lang="zh-CN" altLang="en-US" sz="1600">
              <a:hlinkClick r:id="rId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170" y="1334135"/>
            <a:ext cx="6104255" cy="35445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299257" y="191586"/>
            <a:ext cx="8592027" cy="486993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工具推荐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图吧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工具箱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 dirty="0"/>
            </a:br>
            <a:r>
              <a:rPr lang="en-US" altLang="zh-TW" dirty="0"/>
              <a:t>Thank You!</a:t>
            </a:r>
            <a:endParaRPr lang="zh-TW" altLang="en-US" sz="14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Wistron_standard_16x9_2024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文档" ma:contentTypeID="0x010100AEF1C4AD1873EB429EECF15B4CD65E79" ma:contentTypeVersion="14" ma:contentTypeDescription="新建文档。" ma:contentTypeScope="" ma:versionID="f0827ec25361b3da42f2bcf997ca521d">
  <xsd:schema xmlns:xsd="http://www.w3.org/2001/XMLSchema" xmlns:xs="http://www.w3.org/2001/XMLSchema" xmlns:p="http://schemas.microsoft.com/office/2006/metadata/properties" xmlns:ns2="bae8092e-10d6-4210-bc3c-7bcab95eb8fb" xmlns:ns3="b9dedae1-e2ce-4543-bce0-733eaa9bea99" targetNamespace="http://schemas.microsoft.com/office/2006/metadata/properties" ma:root="true" ma:fieldsID="5f041aae75320ea3a7d9a9aaadde0e2b" ns2:_="" ns3:_="">
    <xsd:import namespace="bae8092e-10d6-4210-bc3c-7bcab95eb8fb"/>
    <xsd:import namespace="b9dedae1-e2ce-4543-bce0-733eaa9bea9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e8092e-10d6-4210-bc3c-7bcab95eb8f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图像标记" ma:readOnly="false" ma:fieldId="{5cf76f15-5ced-4ddc-b409-7134ff3c332f}" ma:taxonomyMulti="true" ma:sspId="0976e0b1-4055-4d4c-95fd-22a18192cb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edae1-e2ce-4543-bce0-733eaa9bea99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共享对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共享对象详细信息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9c4af147-bf5a-42a7-9f64-c22ca900f2de}" ma:internalName="TaxCatchAll" ma:showField="CatchAllData" ma:web="b9dedae1-e2ce-4543-bce0-733eaa9bea9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内容类型"/>
        <xsd:element ref="dc:title" minOccurs="0" maxOccurs="1" ma:index="4" ma:displayName="标题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ae8092e-10d6-4210-bc3c-7bcab95eb8fb">
      <Terms xmlns="http://schemas.microsoft.com/office/infopath/2007/PartnerControls"/>
    </lcf76f155ced4ddcb4097134ff3c332f>
    <TaxCatchAll xmlns="b9dedae1-e2ce-4543-bce0-733eaa9bea99" xsi:nil="true"/>
  </documentManagement>
</p:properties>
</file>

<file path=customXml/itemProps1.xml><?xml version="1.0" encoding="utf-8"?>
<ds:datastoreItem xmlns:ds="http://schemas.openxmlformats.org/officeDocument/2006/customXml" ds:itemID="{ECBE940F-A28C-46AF-9B9A-9F64DFDA07D3}">
  <ds:schemaRefs/>
</ds:datastoreItem>
</file>

<file path=customXml/itemProps2.xml><?xml version="1.0" encoding="utf-8"?>
<ds:datastoreItem xmlns:ds="http://schemas.openxmlformats.org/officeDocument/2006/customXml" ds:itemID="{3578F519-BE28-4B65-84E6-1D289D1614D4}">
  <ds:schemaRefs/>
</ds:datastoreItem>
</file>

<file path=customXml/itemProps3.xml><?xml version="1.0" encoding="utf-8"?>
<ds:datastoreItem xmlns:ds="http://schemas.openxmlformats.org/officeDocument/2006/customXml" ds:itemID="{FCE4420F-7E8D-401A-A831-DC15CCB5A0FC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644</Words>
  <Application>WPS 演示</Application>
  <PresentationFormat>全屏显示(16:9)</PresentationFormat>
  <Paragraphs>89</Paragraphs>
  <Slides>15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0" baseType="lpstr">
      <vt:lpstr>Arial</vt:lpstr>
      <vt:lpstr>宋体</vt:lpstr>
      <vt:lpstr>Wingdings</vt:lpstr>
      <vt:lpstr>Arial Unicode MS</vt:lpstr>
      <vt:lpstr>Arial</vt:lpstr>
      <vt:lpstr>微软雅黑</vt:lpstr>
      <vt:lpstr>黑体</vt:lpstr>
      <vt:lpstr>Microsoft JhengHei</vt:lpstr>
      <vt:lpstr>Aptos</vt:lpstr>
      <vt:lpstr>Segoe UI</vt:lpstr>
      <vt:lpstr>等线</vt:lpstr>
      <vt:lpstr>PMingLiU</vt:lpstr>
      <vt:lpstr>FFont-Family</vt:lpstr>
      <vt:lpstr>Calibri</vt:lpstr>
      <vt:lpstr>Wistron_standard_16x9_2024</vt:lpstr>
      <vt:lpstr>计算机：从齿轮到智能</vt:lpstr>
      <vt:lpstr>PowerPoint 演示文稿</vt:lpstr>
      <vt:lpstr>计算机起源</vt:lpstr>
      <vt:lpstr>计算机起源</vt:lpstr>
      <vt:lpstr>计算机的组成—CPU</vt:lpstr>
      <vt:lpstr>计算机的组成—CPU</vt:lpstr>
      <vt:lpstr>计算机的组成—CPU</vt:lpstr>
      <vt:lpstr>计算机的组成—GPU</vt:lpstr>
      <vt:lpstr>计算机的组成—内存</vt:lpstr>
      <vt:lpstr>计算机的组成—硬盘</vt:lpstr>
      <vt:lpstr>操作系统</vt:lpstr>
      <vt:lpstr>操作系统</vt:lpstr>
      <vt:lpstr>工具推荐</vt:lpstr>
      <vt:lpstr>工具推荐—图吧工具箱</vt:lpstr>
      <vt:lpstr> Thank 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Honda Yao/WHQ/Wistron</dc:creator>
  <cp:lastModifiedBy>yf</cp:lastModifiedBy>
  <cp:revision>172</cp:revision>
  <dcterms:created xsi:type="dcterms:W3CDTF">2024-06-12T08:50:00Z</dcterms:created>
  <dcterms:modified xsi:type="dcterms:W3CDTF">2026-10-28T14:19:25Z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0x01010000C7672327E7F04C8823F4F12A60080F</vt:lpwstr>
  </property>
  <property fmtid="{D5CDD505-2E9C-101B-9397-08002B2CF9AE}" pid="3" name="KSOProductBuildVer">
    <vt:lpwstr>2052-12.1.0.29161</vt:lpwstr>
  </property>
  <property fmtid="{D5CDD505-2E9C-101B-9397-08002B2CF9AE}" pid="4" name="ICV">
    <vt:lpwstr>ADE00E6064974870B993E9C281D1275D_12</vt:lpwstr>
  </property>
</Properties>
</file>